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0" r:id="rId6"/>
    <p:sldId id="261" r:id="rId7"/>
    <p:sldId id="258" r:id="rId8"/>
    <p:sldId id="262" r:id="rId9"/>
    <p:sldId id="263" r:id="rId10"/>
    <p:sldId id="25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B0739F-DA1F-4157-8EE9-B0FBC7C7F936}" v="519" dt="2024-01-30T14:17:42.3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5D7388-99CB-46E1-9AEA-A7CEADC36E88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E8E69D4-BCDF-4C03-95EF-B8696D7EE5E9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b="0" i="0" dirty="0"/>
            <a:t>The team is currently performing the process manually, finding and replacing text, which is consuming a significant amount of manual work and time.</a:t>
          </a:r>
          <a:endParaRPr lang="en-US" dirty="0"/>
        </a:p>
      </dgm:t>
    </dgm:pt>
    <dgm:pt modelId="{A0694AE2-6CAF-4163-BBE7-B43179BDF0A9}" type="parTrans" cxnId="{E2DDE893-80DD-42C4-8B9B-87369E42B012}">
      <dgm:prSet/>
      <dgm:spPr/>
      <dgm:t>
        <a:bodyPr/>
        <a:lstStyle/>
        <a:p>
          <a:endParaRPr lang="en-US"/>
        </a:p>
      </dgm:t>
    </dgm:pt>
    <dgm:pt modelId="{42B13BC0-720A-4BB4-8A2F-97DD42AA414E}" type="sibTrans" cxnId="{E2DDE893-80DD-42C4-8B9B-87369E42B012}">
      <dgm:prSet/>
      <dgm:spPr/>
      <dgm:t>
        <a:bodyPr/>
        <a:lstStyle/>
        <a:p>
          <a:endParaRPr lang="en-US"/>
        </a:p>
      </dgm:t>
    </dgm:pt>
    <dgm:pt modelId="{170CD10F-947A-460A-9482-7C477FDE35CD}">
      <dgm:prSet/>
      <dgm:spPr/>
      <dgm:t>
        <a:bodyPr/>
        <a:lstStyle/>
        <a:p>
          <a:r>
            <a:rPr lang="en-US" b="0" i="0" dirty="0"/>
            <a:t>With the help of this tool, manual work is eliminated, and the time taken has been drastically reduced.</a:t>
          </a:r>
        </a:p>
        <a:p>
          <a:endParaRPr lang="en-US" dirty="0"/>
        </a:p>
      </dgm:t>
    </dgm:pt>
    <dgm:pt modelId="{DE0564C2-0655-4FFF-95EC-15C9B6BE101F}" type="parTrans" cxnId="{D8B6278E-2BC6-4270-A74B-7E639622F736}">
      <dgm:prSet/>
      <dgm:spPr/>
      <dgm:t>
        <a:bodyPr/>
        <a:lstStyle/>
        <a:p>
          <a:endParaRPr lang="en-IN"/>
        </a:p>
      </dgm:t>
    </dgm:pt>
    <dgm:pt modelId="{D1CC99A3-9C77-4242-B76E-A16AD48E9928}" type="sibTrans" cxnId="{D8B6278E-2BC6-4270-A74B-7E639622F736}">
      <dgm:prSet/>
      <dgm:spPr/>
      <dgm:t>
        <a:bodyPr/>
        <a:lstStyle/>
        <a:p>
          <a:endParaRPr lang="en-IN"/>
        </a:p>
      </dgm:t>
    </dgm:pt>
    <dgm:pt modelId="{B5364052-B095-4F90-9EAA-71A80878F30D}" type="pres">
      <dgm:prSet presAssocID="{AD5D7388-99CB-46E1-9AEA-A7CEADC36E88}" presName="outerComposite" presStyleCnt="0">
        <dgm:presLayoutVars>
          <dgm:chMax val="5"/>
          <dgm:dir/>
          <dgm:resizeHandles val="exact"/>
        </dgm:presLayoutVars>
      </dgm:prSet>
      <dgm:spPr/>
    </dgm:pt>
    <dgm:pt modelId="{2FBF6D4A-3085-4D79-AE91-CCAF97C468D8}" type="pres">
      <dgm:prSet presAssocID="{AD5D7388-99CB-46E1-9AEA-A7CEADC36E88}" presName="dummyMaxCanvas" presStyleCnt="0">
        <dgm:presLayoutVars/>
      </dgm:prSet>
      <dgm:spPr/>
    </dgm:pt>
    <dgm:pt modelId="{19353687-102D-4CB8-9CB5-B5472DE5D1F5}" type="pres">
      <dgm:prSet presAssocID="{AD5D7388-99CB-46E1-9AEA-A7CEADC36E88}" presName="TwoNodes_1" presStyleLbl="node1" presStyleIdx="0" presStyleCnt="2">
        <dgm:presLayoutVars>
          <dgm:bulletEnabled val="1"/>
        </dgm:presLayoutVars>
      </dgm:prSet>
      <dgm:spPr/>
    </dgm:pt>
    <dgm:pt modelId="{C1763C03-8CC0-4AF8-BC58-D8CB91A02D9C}" type="pres">
      <dgm:prSet presAssocID="{AD5D7388-99CB-46E1-9AEA-A7CEADC36E88}" presName="TwoNodes_2" presStyleLbl="node1" presStyleIdx="1" presStyleCnt="2" custScaleY="75623" custLinFactNeighborX="-277" custLinFactNeighborY="-42590">
        <dgm:presLayoutVars>
          <dgm:bulletEnabled val="1"/>
        </dgm:presLayoutVars>
      </dgm:prSet>
      <dgm:spPr/>
    </dgm:pt>
    <dgm:pt modelId="{669F2ABE-78AE-48B3-8606-897F6EF589F9}" type="pres">
      <dgm:prSet presAssocID="{AD5D7388-99CB-46E1-9AEA-A7CEADC36E88}" presName="TwoConn_1-2" presStyleLbl="fgAccFollowNode1" presStyleIdx="0" presStyleCnt="1">
        <dgm:presLayoutVars>
          <dgm:bulletEnabled val="1"/>
        </dgm:presLayoutVars>
      </dgm:prSet>
      <dgm:spPr/>
    </dgm:pt>
    <dgm:pt modelId="{20098ABB-CF68-44A8-B086-A28426C922C8}" type="pres">
      <dgm:prSet presAssocID="{AD5D7388-99CB-46E1-9AEA-A7CEADC36E88}" presName="TwoNodes_1_text" presStyleLbl="node1" presStyleIdx="1" presStyleCnt="2">
        <dgm:presLayoutVars>
          <dgm:bulletEnabled val="1"/>
        </dgm:presLayoutVars>
      </dgm:prSet>
      <dgm:spPr/>
    </dgm:pt>
    <dgm:pt modelId="{10974AD3-9DFA-4B8E-8301-BD75BAC82953}" type="pres">
      <dgm:prSet presAssocID="{AD5D7388-99CB-46E1-9AEA-A7CEADC36E88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7677AB08-05EB-4AA8-AA5E-BAD8414B4278}" type="presOf" srcId="{170CD10F-947A-460A-9482-7C477FDE35CD}" destId="{10974AD3-9DFA-4B8E-8301-BD75BAC82953}" srcOrd="1" destOrd="0" presId="urn:microsoft.com/office/officeart/2005/8/layout/vProcess5"/>
    <dgm:cxn modelId="{84D8B73C-6CA6-4304-8571-A71182AE1A5B}" type="presOf" srcId="{42B13BC0-720A-4BB4-8A2F-97DD42AA414E}" destId="{669F2ABE-78AE-48B3-8606-897F6EF589F9}" srcOrd="0" destOrd="0" presId="urn:microsoft.com/office/officeart/2005/8/layout/vProcess5"/>
    <dgm:cxn modelId="{748D687C-EFE6-4D90-9CD4-F72E1690476B}" type="presOf" srcId="{0E8E69D4-BCDF-4C03-95EF-B8696D7EE5E9}" destId="{20098ABB-CF68-44A8-B086-A28426C922C8}" srcOrd="1" destOrd="0" presId="urn:microsoft.com/office/officeart/2005/8/layout/vProcess5"/>
    <dgm:cxn modelId="{7AE21588-CE01-42D9-8E50-15457310185E}" type="presOf" srcId="{AD5D7388-99CB-46E1-9AEA-A7CEADC36E88}" destId="{B5364052-B095-4F90-9EAA-71A80878F30D}" srcOrd="0" destOrd="0" presId="urn:microsoft.com/office/officeart/2005/8/layout/vProcess5"/>
    <dgm:cxn modelId="{D8B6278E-2BC6-4270-A74B-7E639622F736}" srcId="{AD5D7388-99CB-46E1-9AEA-A7CEADC36E88}" destId="{170CD10F-947A-460A-9482-7C477FDE35CD}" srcOrd="1" destOrd="0" parTransId="{DE0564C2-0655-4FFF-95EC-15C9B6BE101F}" sibTransId="{D1CC99A3-9C77-4242-B76E-A16AD48E9928}"/>
    <dgm:cxn modelId="{E2DDE893-80DD-42C4-8B9B-87369E42B012}" srcId="{AD5D7388-99CB-46E1-9AEA-A7CEADC36E88}" destId="{0E8E69D4-BCDF-4C03-95EF-B8696D7EE5E9}" srcOrd="0" destOrd="0" parTransId="{A0694AE2-6CAF-4163-BBE7-B43179BDF0A9}" sibTransId="{42B13BC0-720A-4BB4-8A2F-97DD42AA414E}"/>
    <dgm:cxn modelId="{69B824F1-5452-487B-94C3-2B989EA63D41}" type="presOf" srcId="{0E8E69D4-BCDF-4C03-95EF-B8696D7EE5E9}" destId="{19353687-102D-4CB8-9CB5-B5472DE5D1F5}" srcOrd="0" destOrd="0" presId="urn:microsoft.com/office/officeart/2005/8/layout/vProcess5"/>
    <dgm:cxn modelId="{F0C00EF7-82A6-4E49-BDE0-3F9233C8A30A}" type="presOf" srcId="{170CD10F-947A-460A-9482-7C477FDE35CD}" destId="{C1763C03-8CC0-4AF8-BC58-D8CB91A02D9C}" srcOrd="0" destOrd="0" presId="urn:microsoft.com/office/officeart/2005/8/layout/vProcess5"/>
    <dgm:cxn modelId="{4761CA9C-6269-4B29-8AB1-43D7AF2BFF95}" type="presParOf" srcId="{B5364052-B095-4F90-9EAA-71A80878F30D}" destId="{2FBF6D4A-3085-4D79-AE91-CCAF97C468D8}" srcOrd="0" destOrd="0" presId="urn:microsoft.com/office/officeart/2005/8/layout/vProcess5"/>
    <dgm:cxn modelId="{AB5ACAB3-8586-41DE-8DBC-5AFFEBBF0F50}" type="presParOf" srcId="{B5364052-B095-4F90-9EAA-71A80878F30D}" destId="{19353687-102D-4CB8-9CB5-B5472DE5D1F5}" srcOrd="1" destOrd="0" presId="urn:microsoft.com/office/officeart/2005/8/layout/vProcess5"/>
    <dgm:cxn modelId="{2E6A65F0-1289-4910-91A0-2F448283BC78}" type="presParOf" srcId="{B5364052-B095-4F90-9EAA-71A80878F30D}" destId="{C1763C03-8CC0-4AF8-BC58-D8CB91A02D9C}" srcOrd="2" destOrd="0" presId="urn:microsoft.com/office/officeart/2005/8/layout/vProcess5"/>
    <dgm:cxn modelId="{93BF1176-B989-4D28-91A3-1429935F2CCD}" type="presParOf" srcId="{B5364052-B095-4F90-9EAA-71A80878F30D}" destId="{669F2ABE-78AE-48B3-8606-897F6EF589F9}" srcOrd="3" destOrd="0" presId="urn:microsoft.com/office/officeart/2005/8/layout/vProcess5"/>
    <dgm:cxn modelId="{57234CE5-BC39-4B57-B75D-0C90CE469301}" type="presParOf" srcId="{B5364052-B095-4F90-9EAA-71A80878F30D}" destId="{20098ABB-CF68-44A8-B086-A28426C922C8}" srcOrd="4" destOrd="0" presId="urn:microsoft.com/office/officeart/2005/8/layout/vProcess5"/>
    <dgm:cxn modelId="{349B5CF6-78C9-40CB-B2C2-1182288B680F}" type="presParOf" srcId="{B5364052-B095-4F90-9EAA-71A80878F30D}" destId="{10974AD3-9DFA-4B8E-8301-BD75BAC82953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353687-102D-4CB8-9CB5-B5472DE5D1F5}">
      <dsp:nvSpPr>
        <dsp:cNvPr id="0" name=""/>
        <dsp:cNvSpPr/>
      </dsp:nvSpPr>
      <dsp:spPr>
        <a:xfrm>
          <a:off x="0" y="0"/>
          <a:ext cx="8753935" cy="24757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/>
            <a:t>The team is currently performing the process manually, finding and replacing text, which is consuming a significant amount of manual work and time.</a:t>
          </a:r>
          <a:endParaRPr lang="en-US" sz="2300" kern="1200" dirty="0"/>
        </a:p>
      </dsp:txBody>
      <dsp:txXfrm>
        <a:off x="72512" y="72512"/>
        <a:ext cx="6195067" cy="2330714"/>
      </dsp:txXfrm>
    </dsp:sp>
    <dsp:sp modelId="{C1763C03-8CC0-4AF8-BC58-D8CB91A02D9C}">
      <dsp:nvSpPr>
        <dsp:cNvPr id="0" name=""/>
        <dsp:cNvSpPr/>
      </dsp:nvSpPr>
      <dsp:spPr>
        <a:xfrm>
          <a:off x="1520563" y="2273240"/>
          <a:ext cx="8753935" cy="18722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/>
            <a:t>With the help of this tool, manual work is eliminated, and the time taken has been drastically reduced.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 dirty="0"/>
        </a:p>
      </dsp:txBody>
      <dsp:txXfrm>
        <a:off x="1575399" y="2328076"/>
        <a:ext cx="5490221" cy="1762555"/>
      </dsp:txXfrm>
    </dsp:sp>
    <dsp:sp modelId="{669F2ABE-78AE-48B3-8606-897F6EF589F9}">
      <dsp:nvSpPr>
        <dsp:cNvPr id="0" name=""/>
        <dsp:cNvSpPr/>
      </dsp:nvSpPr>
      <dsp:spPr>
        <a:xfrm>
          <a:off x="7144706" y="1946205"/>
          <a:ext cx="1609229" cy="160922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506783" y="1946205"/>
        <a:ext cx="885075" cy="12109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462F-9684-456B-A510-E1B3578DE2EE}" type="datetimeFigureOut">
              <a:rPr lang="en-IN" smtClean="0"/>
              <a:t>29-01-2024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FAF7-6F0C-495D-AA6B-6BA2B5B84F3A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364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462F-9684-456B-A510-E1B3578DE2EE}" type="datetimeFigureOut">
              <a:rPr lang="en-IN" smtClean="0"/>
              <a:t>29-01-2024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FAF7-6F0C-495D-AA6B-6BA2B5B84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931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462F-9684-456B-A510-E1B3578DE2EE}" type="datetimeFigureOut">
              <a:rPr lang="en-IN" smtClean="0"/>
              <a:t>29-01-2024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FAF7-6F0C-495D-AA6B-6BA2B5B84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61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462F-9684-456B-A510-E1B3578DE2EE}" type="datetimeFigureOut">
              <a:rPr lang="en-IN" smtClean="0"/>
              <a:t>29-01-2024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FAF7-6F0C-495D-AA6B-6BA2B5B84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62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462F-9684-456B-A510-E1B3578DE2EE}" type="datetimeFigureOut">
              <a:rPr lang="en-IN" smtClean="0"/>
              <a:t>29-01-2024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FAF7-6F0C-495D-AA6B-6BA2B5B84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729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462F-9684-456B-A510-E1B3578DE2EE}" type="datetimeFigureOut">
              <a:rPr lang="en-IN" smtClean="0"/>
              <a:t>29-01-2024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FAF7-6F0C-495D-AA6B-6BA2B5B84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208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462F-9684-456B-A510-E1B3578DE2EE}" type="datetimeFigureOut">
              <a:rPr lang="en-IN" smtClean="0"/>
              <a:t>29-01-2024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FAF7-6F0C-495D-AA6B-6BA2B5B84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578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462F-9684-456B-A510-E1B3578DE2EE}" type="datetimeFigureOut">
              <a:rPr lang="en-IN" smtClean="0"/>
              <a:t>29-01-2024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FAF7-6F0C-495D-AA6B-6BA2B5B84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093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462F-9684-456B-A510-E1B3578DE2EE}" type="datetimeFigureOut">
              <a:rPr lang="en-IN" smtClean="0"/>
              <a:t>29-01-2024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FAF7-6F0C-495D-AA6B-6BA2B5B84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392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462F-9684-456B-A510-E1B3578DE2EE}" type="datetimeFigureOut">
              <a:rPr lang="en-IN" smtClean="0"/>
              <a:t>29-01-2024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FAF7-6F0C-495D-AA6B-6BA2B5B84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504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462F-9684-456B-A510-E1B3578DE2EE}" type="datetimeFigureOut">
              <a:rPr lang="en-IN" smtClean="0"/>
              <a:t>29-01-2024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FAF7-6F0C-495D-AA6B-6BA2B5B84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0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462F-9684-456B-A510-E1B3578DE2EE}" type="datetimeFigureOut">
              <a:rPr lang="en-IN" smtClean="0"/>
              <a:t>29-01-2024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FAF7-6F0C-495D-AA6B-6BA2B5B84F3A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9939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462F-9684-456B-A510-E1B3578DE2EE}" type="datetimeFigureOut">
              <a:rPr lang="en-IN" smtClean="0"/>
              <a:t>29-01-2024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FAF7-6F0C-495D-AA6B-6BA2B5B84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730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462F-9684-456B-A510-E1B3578DE2EE}" type="datetimeFigureOut">
              <a:rPr lang="en-IN" smtClean="0"/>
              <a:t>29-01-2024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FAF7-6F0C-495D-AA6B-6BA2B5B84F3A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1742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462F-9684-456B-A510-E1B3578DE2EE}" type="datetimeFigureOut">
              <a:rPr lang="en-IN" smtClean="0"/>
              <a:t>29-01-2024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FAF7-6F0C-495D-AA6B-6BA2B5B84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538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462F-9684-456B-A510-E1B3578DE2EE}" type="datetimeFigureOut">
              <a:rPr lang="en-IN" smtClean="0"/>
              <a:t>29-01-2024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FAF7-6F0C-495D-AA6B-6BA2B5B84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1765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462F-9684-456B-A510-E1B3578DE2EE}" type="datetimeFigureOut">
              <a:rPr lang="en-IN" smtClean="0"/>
              <a:t>29-01-2024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FAF7-6F0C-495D-AA6B-6BA2B5B84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23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E74462F-9684-456B-A510-E1B3578DE2EE}" type="datetimeFigureOut">
              <a:rPr lang="en-IN" smtClean="0"/>
              <a:t>29-01-2024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9E4FAF7-6F0C-495D-AA6B-6BA2B5B84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2041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0D635-0ECF-9028-0597-DA6898039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799"/>
            <a:ext cx="9760268" cy="2971801"/>
          </a:xfrm>
        </p:spPr>
        <p:txBody>
          <a:bodyPr/>
          <a:lstStyle/>
          <a:p>
            <a:r>
              <a:rPr lang="en-US" dirty="0"/>
              <a:t>Salutation removal - Tool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0300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5E56A-0859-F451-86C9-099AE34FF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8534400" cy="5457825"/>
          </a:xfrm>
        </p:spPr>
        <p:txBody>
          <a:bodyPr/>
          <a:lstStyle/>
          <a:p>
            <a:r>
              <a:rPr lang="en-US" b="1" dirty="0"/>
              <a:t>AIM:</a:t>
            </a:r>
          </a:p>
          <a:p>
            <a:endParaRPr lang="en-US" b="1" dirty="0"/>
          </a:p>
          <a:p>
            <a:r>
              <a:rPr lang="en-US" dirty="0"/>
              <a:t>The Data Entry team will receive raw data of candidates' names with random salutations, which can appear clumsy.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Our goal is to remove these salutations wherever they occur to obtain the proper names of the candidates.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512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EA5E8-1167-064D-2E70-04FCE3A56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387" y="429682"/>
            <a:ext cx="8534400" cy="665693"/>
          </a:xfrm>
        </p:spPr>
        <p:txBody>
          <a:bodyPr/>
          <a:lstStyle/>
          <a:p>
            <a:r>
              <a:rPr lang="en-US" dirty="0"/>
              <a:t>Steps to be followed: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7A0D8A-5F02-AF69-1941-ECBC151524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222" r="35250" b="8741"/>
          <a:stretch/>
        </p:blipFill>
        <p:spPr>
          <a:xfrm>
            <a:off x="560387" y="2242398"/>
            <a:ext cx="9448800" cy="418592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F69EF9C-62EA-9043-1627-B890BD7A60F9}"/>
              </a:ext>
            </a:extLst>
          </p:cNvPr>
          <p:cNvSpPr/>
          <p:nvPr/>
        </p:nvSpPr>
        <p:spPr>
          <a:xfrm>
            <a:off x="2064385" y="2684145"/>
            <a:ext cx="1659890" cy="406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9E761E-E7C4-F940-2BCB-07CD997BE8DD}"/>
              </a:ext>
            </a:extLst>
          </p:cNvPr>
          <p:cNvSpPr txBox="1"/>
          <p:nvPr/>
        </p:nvSpPr>
        <p:spPr>
          <a:xfrm>
            <a:off x="560387" y="1506460"/>
            <a:ext cx="863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1: Copy the required data from the Raw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9953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225B48D-EACF-F559-12A1-C814BDBF6D16}"/>
              </a:ext>
            </a:extLst>
          </p:cNvPr>
          <p:cNvSpPr txBox="1"/>
          <p:nvPr/>
        </p:nvSpPr>
        <p:spPr>
          <a:xfrm>
            <a:off x="772160" y="772160"/>
            <a:ext cx="81419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2: Paste the required data into "Column A" on the Template page.</a:t>
            </a: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399F5D-F4C8-66EF-3A8E-11DB6B036F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518" r="37500" b="8398"/>
          <a:stretch/>
        </p:blipFill>
        <p:spPr>
          <a:xfrm>
            <a:off x="772159" y="1480185"/>
            <a:ext cx="8857615" cy="466019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F9FB9426-072C-2737-4C84-D957835F2697}"/>
              </a:ext>
            </a:extLst>
          </p:cNvPr>
          <p:cNvSpPr/>
          <p:nvPr/>
        </p:nvSpPr>
        <p:spPr>
          <a:xfrm>
            <a:off x="990600" y="2047875"/>
            <a:ext cx="1276350" cy="48577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545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1DEE07-77EC-A2B1-D14F-8EF1A4DEDB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27583" r="40897" b="8444"/>
          <a:stretch/>
        </p:blipFill>
        <p:spPr>
          <a:xfrm>
            <a:off x="667385" y="1882437"/>
            <a:ext cx="9006888" cy="47380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3A49AB-CC39-5730-6017-6A90ADC35F61}"/>
              </a:ext>
            </a:extLst>
          </p:cNvPr>
          <p:cNvSpPr txBox="1"/>
          <p:nvPr/>
        </p:nvSpPr>
        <p:spPr>
          <a:xfrm>
            <a:off x="667385" y="682108"/>
            <a:ext cx="81002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3: Click the “Remove Salutation” button to remove the salutations.</a:t>
            </a:r>
          </a:p>
          <a:p>
            <a:endParaRPr lang="en-US" dirty="0"/>
          </a:p>
          <a:p>
            <a:r>
              <a:rPr lang="en-US" b="1" dirty="0"/>
              <a:t>OUTPUT DATA:</a:t>
            </a:r>
          </a:p>
          <a:p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F82E2F8-CFF3-139B-CBC9-C5CD8B9861F3}"/>
              </a:ext>
            </a:extLst>
          </p:cNvPr>
          <p:cNvSpPr/>
          <p:nvPr/>
        </p:nvSpPr>
        <p:spPr>
          <a:xfrm>
            <a:off x="813481" y="2394981"/>
            <a:ext cx="1605869" cy="54824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311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5E56A-0859-F451-86C9-099AE34FF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8534400" cy="5457825"/>
          </a:xfrm>
        </p:spPr>
        <p:txBody>
          <a:bodyPr/>
          <a:lstStyle/>
          <a:p>
            <a:r>
              <a:rPr lang="en-US" b="1" dirty="0"/>
              <a:t>RESULT:</a:t>
            </a:r>
          </a:p>
          <a:p>
            <a:endParaRPr lang="en-US" b="1" dirty="0"/>
          </a:p>
          <a:p>
            <a:pPr lvl="0">
              <a:lnSpc>
                <a:spcPct val="100000"/>
              </a:lnSpc>
            </a:pPr>
            <a:r>
              <a:rPr lang="en-US" dirty="0"/>
              <a:t>After clicking the “Remove Salutation” Button, it will remove the salutations from the list of names.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As per our goal, the salutations has been removed and the proper names of the candidates has been generated.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D4687B-6601-7001-43BC-CCE9FDEB1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4262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öhne"/>
              </a:rPr>
              <a:t>As per our goal, the salutations has been removed and the proper names of the candidates has been generated.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öhn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919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83D8DBB-8564-2FE2-97FC-6CA062AFFF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4037771"/>
              </p:ext>
            </p:extLst>
          </p:nvPr>
        </p:nvGraphicFramePr>
        <p:xfrm>
          <a:off x="684212" y="685800"/>
          <a:ext cx="10298748" cy="5501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3283919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1A826D893A9F458CF7893C311F476C" ma:contentTypeVersion="8" ma:contentTypeDescription="Create a new document." ma:contentTypeScope="" ma:versionID="23e559e28d2ccedd411f0f69dddc7794">
  <xsd:schema xmlns:xsd="http://www.w3.org/2001/XMLSchema" xmlns:xs="http://www.w3.org/2001/XMLSchema" xmlns:p="http://schemas.microsoft.com/office/2006/metadata/properties" xmlns:ns3="3435d0d4-46dc-43e5-b8a3-e2126bc43063" xmlns:ns4="1972c3cc-e17f-4ce8-af13-a1464e52dee0" targetNamespace="http://schemas.microsoft.com/office/2006/metadata/properties" ma:root="true" ma:fieldsID="454a3da1e09e7a6a7eda6be3671e6e02" ns3:_="" ns4:_="">
    <xsd:import namespace="3435d0d4-46dc-43e5-b8a3-e2126bc43063"/>
    <xsd:import namespace="1972c3cc-e17f-4ce8-af13-a1464e52dee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35d0d4-46dc-43e5-b8a3-e2126bc430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72c3cc-e17f-4ce8-af13-a1464e52dee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435d0d4-46dc-43e5-b8a3-e2126bc43063" xsi:nil="true"/>
  </documentManagement>
</p:properties>
</file>

<file path=customXml/itemProps1.xml><?xml version="1.0" encoding="utf-8"?>
<ds:datastoreItem xmlns:ds="http://schemas.openxmlformats.org/officeDocument/2006/customXml" ds:itemID="{8206C536-382F-4E55-9423-89BF684444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35d0d4-46dc-43e5-b8a3-e2126bc43063"/>
    <ds:schemaRef ds:uri="1972c3cc-e17f-4ce8-af13-a1464e52de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D206BA-8FA2-4DF6-BBE0-B115EABF23F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4B05B3-0802-48D1-A15B-D5B180749A27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1972c3cc-e17f-4ce8-af13-a1464e52dee0"/>
    <ds:schemaRef ds:uri="http://schemas.microsoft.com/office/infopath/2007/PartnerControls"/>
    <ds:schemaRef ds:uri="3435d0d4-46dc-43e5-b8a3-e2126bc43063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1304</TotalTime>
  <Words>210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Söhne</vt:lpstr>
      <vt:lpstr>Wingdings 3</vt:lpstr>
      <vt:lpstr>Slice</vt:lpstr>
      <vt:lpstr>Salutation removal - Tool</vt:lpstr>
      <vt:lpstr>PowerPoint Presentation</vt:lpstr>
      <vt:lpstr>Steps to be followed: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Salutation removal - Tool</dc:title>
  <dc:creator>Kanniappan R</dc:creator>
  <cp:lastModifiedBy>Kanniappan R</cp:lastModifiedBy>
  <cp:revision>2</cp:revision>
  <dcterms:created xsi:type="dcterms:W3CDTF">2024-01-29T16:34:52Z</dcterms:created>
  <dcterms:modified xsi:type="dcterms:W3CDTF">2024-01-30T14:19:44Z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0x010100671A826D893A9F458CF7893C311F476C</vt:lpwstr>
  </property>
</Properties>
</file>